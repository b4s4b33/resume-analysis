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0" d="100"/>
          <a:sy n="300" d="100"/>
        </p:scale>
        <p:origin x="-1704" y="-6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76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66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109728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Checker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Analysis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• spaCy • NLTK • NLP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46198" y="3232360"/>
            <a:ext cx="3200400" cy="14630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52543" y="3509787"/>
            <a:ext cx="1987710" cy="908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600" b="1" u="sng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 err="1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Basabee</a:t>
            </a:r>
            <a:r>
              <a:rPr lang="en-US" sz="160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</a:t>
            </a:r>
            <a:r>
              <a:rPr lang="en-US" sz="160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2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2403A54131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Resume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system that automatically evaluates resumes using advanced NLP techniques, eliminating manual review overhead.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972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Scoring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645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comprehensive scoring across 4 key dimensions: keyword matching, readability, ATS compatibility, and skills gap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specific, actionable recommendations to help candidates improve their resumes and increase interview chances.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9260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7607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Interface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474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results through a polished Django web application with intuitive upload, real-time processing, and visual dashboards.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86200" y="2011680"/>
            <a:ext cx="1371600" cy="13716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8620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ResumeIQ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seeking resume improvement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194560"/>
            <a:ext cx="2011680" cy="50292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0" y="109728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insights to streamline candidate screening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H="1">
            <a:off x="5175682" y="2194560"/>
            <a:ext cx="1682318" cy="36576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365760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Counselors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tool for student/client guidance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2560321" y="3291840"/>
            <a:ext cx="1692084" cy="36576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858000" y="365760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3794760"/>
            <a:ext cx="365760" cy="365760"/>
          </a:xfrm>
          <a:prstGeom prst="ellipse">
            <a:avLst/>
          </a:prstGeom>
          <a:solidFill>
            <a:srgbClr val="05668D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system for applicant pre-qualification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9560" y="4206240"/>
            <a:ext cx="0" cy="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dash"/>
          </a:ln>
        </p:spPr>
      </p:sp>
      <p:sp>
        <p:nvSpPr>
          <p:cNvPr id="30" name="Shape 15"/>
          <p:cNvSpPr/>
          <p:nvPr/>
        </p:nvSpPr>
        <p:spPr>
          <a:xfrm flipH="1" flipV="1">
            <a:off x="4944862" y="3291840"/>
            <a:ext cx="1913138" cy="36576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402336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spaCy 3.7 (en_core_web_sm)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NLTK 3.8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34640" y="3108960"/>
            <a:ext cx="4023360" cy="41148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3108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&amp; CSS3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E2E8F0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93913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interface for PDF/DOCX resume upload with optional job description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19258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 validation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6243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 textarea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282549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Responsive form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0" cy="1828800"/>
          </a:xfrm>
          <a:prstGeom prst="rect">
            <a:avLst/>
          </a:prstGeom>
          <a:solidFill>
            <a:srgbClr val="E2E8F0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004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153348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results with animated score rings, progress bars, and categorized insights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113491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43891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analysis modules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45902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Visual scorecards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47914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Actionable tips</a:t>
            </a:r>
            <a:endParaRPr lang="en-US" sz="9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37"/>
          <a:stretch/>
        </p:blipFill>
        <p:spPr>
          <a:xfrm>
            <a:off x="1144247" y="1115480"/>
            <a:ext cx="3109972" cy="18106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0"/>
          <a:stretch/>
        </p:blipFill>
        <p:spPr>
          <a:xfrm>
            <a:off x="1082335" y="3203951"/>
            <a:ext cx="2792582" cy="1806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239</Words>
  <Application>Microsoft Office PowerPoint</Application>
  <PresentationFormat>On-screen Show (16:9)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ResumeIQ - AI-Powered Resume Checker</dc:title>
  <dc:subject>PptxGenJS Presentation</dc:subject>
  <dc:creator>ResumeIQ Team</dc:creator>
  <cp:lastModifiedBy>DELL</cp:lastModifiedBy>
  <cp:revision>6</cp:revision>
  <dcterms:created xsi:type="dcterms:W3CDTF">2026-02-18T07:35:49Z</dcterms:created>
  <dcterms:modified xsi:type="dcterms:W3CDTF">2026-03-31T17:19:27Z</dcterms:modified>
</cp:coreProperties>
</file>