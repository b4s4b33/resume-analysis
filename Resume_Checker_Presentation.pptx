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Resume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lang="en-IN" dirty="0" err="1" smtClean="0"/>
              <a:t>Basabee</a:t>
            </a:r>
            <a:r>
              <a:rPr lang="en-IN" dirty="0" smtClean="0"/>
              <a:t> </a:t>
            </a:r>
            <a:r>
              <a:rPr lang="en-IN" dirty="0" err="1" smtClean="0"/>
              <a:t>Hati</a:t>
            </a:r>
            <a:endParaRPr lang="en-IN" dirty="0" smtClean="0"/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rPr lang="en-IN" dirty="0" smtClean="0"/>
              <a:t>2403A54131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Traditional resume screening is time-consuming and error-prone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Recruiters and HR professionals struggle to identify qualified candidates efficiently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Job applicants lack feedback on resume quality and relevance to job descriptions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 standardized way to measure resume-job match and ATS compatibility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Manual skill gap analysis is subjective and inconsistent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Stakeholders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Primary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Recruiters &amp; HR Professionals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Job Applicants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Hiring Managers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Career Coaches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Secondary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Employers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Educational Institutions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Career Development Centers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ATS System Providers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Dataset &amp; Model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698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lang="en-IN" dirty="0"/>
              <a:t>D</a:t>
            </a:r>
            <a:r>
              <a:rPr dirty="0" err="1" smtClean="0"/>
              <a:t>ataset</a:t>
            </a:r>
            <a:r>
              <a:rPr dirty="0"/>
              <a:t>: Resume and Job Description samples from various </a:t>
            </a:r>
            <a:r>
              <a:rPr dirty="0" smtClean="0"/>
              <a:t>industries</a:t>
            </a:r>
            <a:r>
              <a:rPr lang="en-IN" dirty="0" smtClean="0"/>
              <a:t>.</a:t>
            </a:r>
            <a:r>
              <a:rPr dirty="0" smtClean="0"/>
              <a:t> </a:t>
            </a:r>
            <a:r>
              <a:rPr lang="en-IN" dirty="0"/>
              <a:t>Resume Dataset, which comprises approximately 2,400 </a:t>
            </a:r>
            <a:r>
              <a:rPr lang="en-IN" dirty="0" err="1"/>
              <a:t>labeled</a:t>
            </a:r>
            <a:r>
              <a:rPr lang="en-IN" dirty="0"/>
              <a:t> resume documents spanning 24 distinct job categories, including Software Engineer, Data Scientist, </a:t>
            </a:r>
            <a:r>
              <a:rPr lang="en-IN" dirty="0" err="1"/>
              <a:t>DevOps</a:t>
            </a:r>
            <a:r>
              <a:rPr lang="en-IN" dirty="0"/>
              <a:t> Engineer, HR, Finance, Marketing, Mechanical Engineer, and others. </a:t>
            </a:r>
            <a:endParaRPr lang="en-IN" dirty="0" smtClean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dirty="0" smtClean="0"/>
              <a:t>Text Processing: NLTK-based NLP (tokenization, </a:t>
            </a:r>
            <a:r>
              <a:rPr dirty="0" err="1" smtClean="0"/>
              <a:t>stopword</a:t>
            </a:r>
            <a:r>
              <a:rPr dirty="0" smtClean="0"/>
              <a:t> removal, lemmatization)</a:t>
            </a:r>
            <a:endParaRPr lang="en-IN" dirty="0" smtClean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dirty="0" smtClean="0"/>
              <a:t>Feature </a:t>
            </a:r>
            <a:r>
              <a:rPr dirty="0"/>
              <a:t>Extraction: TF-IDF </a:t>
            </a:r>
            <a:r>
              <a:rPr dirty="0" err="1"/>
              <a:t>Vectorization</a:t>
            </a:r>
            <a:r>
              <a:rPr dirty="0"/>
              <a:t> for text representation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dirty="0" smtClean="0"/>
              <a:t>Classification </a:t>
            </a:r>
            <a:r>
              <a:rPr dirty="0"/>
              <a:t>Model: Support Vector Machine (SVM) for job category classification</a:t>
            </a:r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r>
              <a:rPr dirty="0" smtClean="0"/>
              <a:t> </a:t>
            </a:r>
            <a:r>
              <a:rPr dirty="0"/>
              <a:t>Similarity Matching: Cosine Similarity for resume-job description </a:t>
            </a:r>
            <a:r>
              <a:rPr dirty="0" smtClean="0"/>
              <a:t>alignment </a:t>
            </a:r>
            <a:r>
              <a:rPr dirty="0"/>
              <a:t>Readability Analysis: </a:t>
            </a:r>
            <a:r>
              <a:rPr dirty="0" err="1"/>
              <a:t>Flesch</a:t>
            </a:r>
            <a:r>
              <a:rPr dirty="0"/>
              <a:t> Reading Ease Score </a:t>
            </a:r>
            <a:r>
              <a:rPr dirty="0" smtClean="0"/>
              <a:t>computation</a:t>
            </a:r>
            <a:endParaRPr lang="en-IN" dirty="0" smtClean="0"/>
          </a:p>
          <a:p>
            <a:pPr marL="285750" indent="-28575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Results &amp; Analysis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Quantitative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Overall Match Score (0-100%)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Keyword Match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ATS Compatibility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Word Count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Flesch Reading Ease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Qualitative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7373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Matched Keywords List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Missing Skills Identification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Actionable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Resume Categorization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Skills Gap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Application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Web-based User Interface: Modern Next.js React application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File Support: Text files (.txt), PDF documents, Word documents (.docx)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Real-time Analysis: Instant resume evaluation and feedback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Drag-and-Drop Upload: User-friendly file upload interface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Comprehensive Results: Visual display of metrics and recommendations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API-driven Architecture: RESTful Flask backend for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Successfully developed an AI-powered resume analysis and matching system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Combines NLP, machine learning, and readability analysis for comprehensive evaluation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Provides actionable insights for both recruiters and job seekers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Reduces manual screening time and improves candidate-job fit accuracy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Scalable architecture enables deployment in enterprise environments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Future enhancements: Advanced NLP models, multi-language support, ML improvements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NLTK Documentation: https://www.nltk.org/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Scikit-learn SVM: https://scikit-learn.org/stable/modules/svm.html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TF-IDF Vectorization: https://scikit-learn.org/stable/modules/feature_extraction.html#tfidf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Flask Documentation: https://flask.palletsprojects.com/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Next.js Documentation: https://nextjs.org/docs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Textstat Library: https://github.com/shayneobrien/textstat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422</Words>
  <Application>Microsoft Office PowerPoint</Application>
  <PresentationFormat>On-screen Show (4:3)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2026-04-15T19:41:01Z</dcterms:modified>
  <cp:category/>
</cp:coreProperties>
</file>